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5" autoAdjust="0"/>
    <p:restoredTop sz="94660"/>
  </p:normalViewPr>
  <p:slideViewPr>
    <p:cSldViewPr snapToGrid="0">
      <p:cViewPr varScale="1">
        <p:scale>
          <a:sx n="87" d="100"/>
          <a:sy n="87" d="100"/>
        </p:scale>
        <p:origin x="90" y="6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45A29-A390-4BA9-9062-EFFB78334B9D}" type="datetimeFigureOut">
              <a:rPr lang="en-US" smtClean="0"/>
              <a:t>8/12/2024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FCA5B-B9DF-4CF2-9B83-5A4E0E9CD65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2997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45A29-A390-4BA9-9062-EFFB78334B9D}" type="datetimeFigureOut">
              <a:rPr lang="en-US" smtClean="0"/>
              <a:t>8/12/2024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FCA5B-B9DF-4CF2-9B83-5A4E0E9CD65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940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45A29-A390-4BA9-9062-EFFB78334B9D}" type="datetimeFigureOut">
              <a:rPr lang="en-US" smtClean="0"/>
              <a:t>8/12/2024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FCA5B-B9DF-4CF2-9B83-5A4E0E9CD65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6872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45A29-A390-4BA9-9062-EFFB78334B9D}" type="datetimeFigureOut">
              <a:rPr lang="en-US" smtClean="0"/>
              <a:t>8/12/2024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FCA5B-B9DF-4CF2-9B83-5A4E0E9CD65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9054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45A29-A390-4BA9-9062-EFFB78334B9D}" type="datetimeFigureOut">
              <a:rPr lang="en-US" smtClean="0"/>
              <a:t>8/12/2024</a:t>
            </a:fld>
            <a:endParaRPr lang="en-U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FCA5B-B9DF-4CF2-9B83-5A4E0E9CD65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2494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45A29-A390-4BA9-9062-EFFB78334B9D}" type="datetimeFigureOut">
              <a:rPr lang="en-US" smtClean="0"/>
              <a:t>8/12/2024</a:t>
            </a:fld>
            <a:endParaRPr lang="en-U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FCA5B-B9DF-4CF2-9B83-5A4E0E9CD65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556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45A29-A390-4BA9-9062-EFFB78334B9D}" type="datetimeFigureOut">
              <a:rPr lang="en-US" smtClean="0"/>
              <a:t>8/12/2024</a:t>
            </a:fld>
            <a:endParaRPr lang="en-U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FCA5B-B9DF-4CF2-9B83-5A4E0E9CD65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5821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45A29-A390-4BA9-9062-EFFB78334B9D}" type="datetimeFigureOut">
              <a:rPr lang="en-US" smtClean="0"/>
              <a:t>8/12/2024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FCA5B-B9DF-4CF2-9B83-5A4E0E9CD65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2295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45A29-A390-4BA9-9062-EFFB78334B9D}" type="datetimeFigureOut">
              <a:rPr lang="en-US" smtClean="0"/>
              <a:t>8/12/2024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FCA5B-B9DF-4CF2-9B83-5A4E0E9CD65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843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45A29-A390-4BA9-9062-EFFB78334B9D}" type="datetimeFigureOut">
              <a:rPr lang="en-US" smtClean="0"/>
              <a:t>8/12/2024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FCA5B-B9DF-4CF2-9B83-5A4E0E9CD65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649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45A29-A390-4BA9-9062-EFFB78334B9D}" type="datetimeFigureOut">
              <a:rPr lang="en-US" smtClean="0"/>
              <a:t>8/12/2024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FCA5B-B9DF-4CF2-9B83-5A4E0E9CD65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7886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645A29-A390-4BA9-9062-EFFB78334B9D}" type="datetimeFigureOut">
              <a:rPr lang="en-US" smtClean="0"/>
              <a:t>8/12/2024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9FCA5B-B9DF-4CF2-9B83-5A4E0E9CD65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162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upo 8"/>
          <p:cNvGrpSpPr/>
          <p:nvPr/>
        </p:nvGrpSpPr>
        <p:grpSpPr>
          <a:xfrm>
            <a:off x="3488077" y="765932"/>
            <a:ext cx="6173716" cy="5260295"/>
            <a:chOff x="3587228" y="1702367"/>
            <a:chExt cx="6129648" cy="4155464"/>
          </a:xfrm>
        </p:grpSpPr>
        <p:pic>
          <p:nvPicPr>
            <p:cNvPr id="4" name="Imagen 3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497" t="53446" r="4549" b="10465"/>
            <a:stretch/>
          </p:blipFill>
          <p:spPr>
            <a:xfrm>
              <a:off x="3587229" y="2434729"/>
              <a:ext cx="5116097" cy="2886420"/>
            </a:xfrm>
            <a:prstGeom prst="rect">
              <a:avLst/>
            </a:prstGeom>
            <a:effectLst>
              <a:softEdge rad="63500"/>
            </a:effectLst>
          </p:spPr>
        </p:pic>
        <p:sp>
          <p:nvSpPr>
            <p:cNvPr id="6" name="Rectángulo 5"/>
            <p:cNvSpPr/>
            <p:nvPr/>
          </p:nvSpPr>
          <p:spPr>
            <a:xfrm>
              <a:off x="3587228" y="1702367"/>
              <a:ext cx="5116097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s-ES" sz="2400" b="1" cap="none" spc="0" dirty="0" smtClean="0">
                  <a:ln w="10160">
                    <a:solidFill>
                      <a:schemeClr val="accent5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38100" dist="22860" dir="5400000" algn="tl" rotWithShape="0">
                      <a:srgbClr val="000000">
                        <a:alpha val="30000"/>
                      </a:srgbClr>
                    </a:outerShdw>
                  </a:effectLst>
                </a:rPr>
                <a:t>Servicio de Fletes y Encomiendas dentro y fuera de Caracas </a:t>
              </a:r>
              <a:endParaRPr lang="es-ES" sz="24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endParaRPr>
            </a:p>
          </p:txBody>
        </p:sp>
        <p:sp>
          <p:nvSpPr>
            <p:cNvPr id="7" name="Rectángulo 6"/>
            <p:cNvSpPr/>
            <p:nvPr/>
          </p:nvSpPr>
          <p:spPr>
            <a:xfrm>
              <a:off x="6145277" y="5045725"/>
              <a:ext cx="3571599" cy="627961"/>
            </a:xfrm>
            <a:prstGeom prst="rect">
              <a:avLst/>
            </a:prstGeom>
            <a:solidFill>
              <a:schemeClr val="tx1"/>
            </a:solidFill>
            <a:effectLst>
              <a:softEdge rad="63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ángulo 7"/>
            <p:cNvSpPr/>
            <p:nvPr/>
          </p:nvSpPr>
          <p:spPr>
            <a:xfrm>
              <a:off x="6145277" y="5026834"/>
              <a:ext cx="2558049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s-ES" sz="2400" b="1" cap="none" spc="0" dirty="0" smtClean="0">
                  <a:ln w="10160">
                    <a:solidFill>
                      <a:schemeClr val="accent5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38100" dist="22860" dir="5400000" algn="tl" rotWithShape="0">
                      <a:srgbClr val="000000">
                        <a:alpha val="30000"/>
                      </a:srgbClr>
                    </a:outerShdw>
                  </a:effectLst>
                </a:rPr>
                <a:t>Servicio de Fletes 04143123556</a:t>
              </a:r>
              <a:endParaRPr lang="es-ES" sz="24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6891386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374</TotalTime>
  <Words>14</Words>
  <Application>Microsoft Office PowerPoint</Application>
  <PresentationFormat>Panorámica</PresentationFormat>
  <Paragraphs>2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zamso-pc</dc:creator>
  <cp:lastModifiedBy>zamso-pc</cp:lastModifiedBy>
  <cp:revision>4</cp:revision>
  <dcterms:created xsi:type="dcterms:W3CDTF">2024-08-12T23:45:53Z</dcterms:created>
  <dcterms:modified xsi:type="dcterms:W3CDTF">2024-08-13T05:59:59Z</dcterms:modified>
</cp:coreProperties>
</file>